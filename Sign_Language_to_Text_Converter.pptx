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jNyWyMR68VujGJgLavU4DVyn8P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84a62b466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84a62b46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84a62b466_1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84a62b466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84a62b466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84a62b46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72"/>
            <a:ext cx="8229600" cy="3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5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 Language to Text Converter</a:t>
            </a:r>
            <a:endParaRPr sz="5700"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                       By Karunya Sharma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Millions of people use sign language to communicate.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Barrier exists for non-signers to understand sign language.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Objective: Convert sign language gestures into readable text in real-time using webcam and AI.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Capture: Webcam captures hand signs.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Preprocessing: Image processing to isolate hand gestures.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Recognition: Machine learning model classifies hand signs.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Translation: Recognized signs converted into corresponding text.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Display: Text output displayed to user.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Technologies Used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/>
              <a:t>Used colab for running the code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Deep Learning: </a:t>
            </a:r>
            <a:r>
              <a:rPr lang="en-US"/>
              <a:t>teachable machine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gesture recognition.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Programming: Python, TensorFlow, Keras.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Hardware: Webcam or built-in camera.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</p:txBody>
      </p:sp>
      <p:sp>
        <p:nvSpPr>
          <p:cNvPr id="109" name="Google Shape;10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Aid for deaf and mute individuals.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Education tools.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Real-time communication in public services.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Integration into virtual assistants.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684a62b466_1_12" title="Screenshot 2025-06-14 0841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9282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684a62b466_1_18" title="Screenshot 2025-06-14 1558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8700" cy="66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684a62b466_1_24" title="Screenshot 2025-06-14 0937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991599" cy="665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